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6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Buyurtma</PresentationFormat>
  <Paragraphs>0</Paragraphs>
  <Slides>2</Slides>
  <Notes>0</Notes>
  <HiddenSlides>0</HiddenSlides>
  <MMClips>0</MMClips>
  <ScaleCrop>false</ScaleCrop>
  <HeadingPairs>
    <vt:vector size="6" baseType="variant">
      <vt:variant>
        <vt:lpstr>Foydalanilgan shriftlar</vt:lpstr>
      </vt:variant>
      <vt:variant>
        <vt:i4>2</vt:i4>
      </vt:variant>
      <vt:variant>
        <vt:lpstr>Mavzu</vt:lpstr>
      </vt:variant>
      <vt:variant>
        <vt:i4>1</vt:i4>
      </vt:variant>
      <vt:variant>
        <vt:lpstr>Slayd sarlavhalari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taqdimoti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dc:creator>Humoyun</dc:creator>
  <cp:lastModifiedBy>Xumoyun Abdumutalov</cp:lastModifiedBy>
  <cp:revision>2</cp:revision>
  <dcterms:created xsi:type="dcterms:W3CDTF">2006-08-16T00:00:00Z</dcterms:created>
  <dcterms:modified xsi:type="dcterms:W3CDTF">2026-03-04T10:58:45Z</dcterms:modified>
  <dc:identifier>DAHC-k6cHV0</dc:identifier>
</cp:coreProperties>
</file>