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Telegraf" panose="020B0604020202020204" charset="0"/>
      <p:regular r:id="rId4"/>
    </p:embeddedFont>
    <p:embeddedFont>
      <p:font typeface="Telegraf Extra-Light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27" y="-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2400" y="9831566"/>
            <a:ext cx="7277101" cy="40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 @TestTuzar_bot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7703" y="783695"/>
            <a:ext cx="2191597" cy="3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 dirty="0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2026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9362" cy="339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9303" y="3524696"/>
            <a:ext cx="643045" cy="7154814"/>
            <a:chOff x="0" y="0"/>
            <a:chExt cx="169362" cy="18843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9362" cy="1884395"/>
            </a:xfrm>
            <a:custGeom>
              <a:avLst/>
              <a:gdLst/>
              <a:ahLst/>
              <a:cxnLst/>
              <a:rect l="l" t="t" r="r" b="b"/>
              <a:pathLst>
                <a:path w="169362" h="1884395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69362" cy="1941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id="23" name="TextBox 23"/>
          <p:cNvSpPr txBox="1"/>
          <p:nvPr/>
        </p:nvSpPr>
        <p:spPr>
          <a:xfrm rot="-5400000">
            <a:off x="637488" y="4872252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Office PowerPoint</Application>
  <PresentationFormat>Buyurtma</PresentationFormat>
  <Paragraphs>4</Paragraphs>
  <Slides>2</Slides>
  <Notes>0</Notes>
  <HiddenSlides>0</HiddenSlides>
  <MMClips>0</MMClips>
  <ScaleCrop>false</ScaleCrop>
  <HeadingPairs>
    <vt:vector size="6" baseType="variant">
      <vt:variant>
        <vt:lpstr>Foydalanilgan shriftlar</vt:lpstr>
      </vt:variant>
      <vt:variant>
        <vt:i4>4</vt:i4>
      </vt:variant>
      <vt:variant>
        <vt:lpstr>Mavzu</vt:lpstr>
      </vt:variant>
      <vt:variant>
        <vt:i4>1</vt:i4>
      </vt:variant>
      <vt:variant>
        <vt:lpstr>Slayd sarlavhalari</vt:lpstr>
      </vt:variant>
      <vt:variant>
        <vt:i4>2</vt:i4>
      </vt:variant>
    </vt:vector>
  </HeadingPairs>
  <TitlesOfParts>
    <vt:vector size="7" baseType="lpstr">
      <vt:lpstr>Arial</vt:lpstr>
      <vt:lpstr>Telegraf</vt:lpstr>
      <vt:lpstr>Calibri</vt:lpstr>
      <vt:lpstr>Telegraf Extra-Light</vt:lpstr>
      <vt:lpstr>Office Theme</vt:lpstr>
      <vt:lpstr>PowerPoint taqdimoti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Modern Project Presentation</dc:title>
  <dc:creator>Humoyun</dc:creator>
  <cp:lastModifiedBy>Xumoyun Abdumutalov</cp:lastModifiedBy>
  <cp:revision>2</cp:revision>
  <dcterms:created xsi:type="dcterms:W3CDTF">2006-08-16T00:00:00Z</dcterms:created>
  <dcterms:modified xsi:type="dcterms:W3CDTF">2026-03-04T11:07:38Z</dcterms:modified>
  <dc:identifier>DAHC-2kEKxE</dc:identifier>
</cp:coreProperties>
</file>